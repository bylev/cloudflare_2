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 al equipo y la tecnología: Cloudflare, un proxy que se pone delante de la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Los cinco apartados: problema, piezas, ejemplo, ganancia y costo, fuentes.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1. Una API publicada directo en internet tiene tres problemas: la IP queda expuesta a ataques DDoS, sin HTTPS los datos y el token viajan en texto plano, y los usuarios lejanos esperan más. Cloudflare se pone en medio como proxy.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2. Las piezas: el dominio y su DNS apuntan a Cloudflare; la red de Cloudflare recibe la petición en el servidor más cercano; nuestro servidor de origen (la API en Docker) no cambia; y desde el panel se configuran SSL, caché y firewall.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se usa: 1) agregar el dominio, 2) cambiar los nameservers en el registrador, 3) activar la nube naranja (Proxied) en el registro de la API, 4) configurar SSL Full (strict), caché y límite de peticiones. Si el servidor no tiene IP pública, cloudflared crea un túnel.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3. Ejemplo: GET /api/productos se responde desde la caché de Cloudflare; el sexto POST /api/login en un minuto recibe 429 por la regla de límite; GET /api/usuarios/me con token pasa directo y la API valida permisos. Con curl -I se ven los headers server: cloudflare y cf-cache-status: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Comparación con lo visto: el token decide quién entra, Cloudflare decide qué tráfico llega; Docker corre la API, Cloudflare va delante; MySQL guarda los datos, la caché guarda copias de respuestas. Son capas que se suman.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4. Ganamos HTTPS gratis, IP oculta, protección DDoS y velocidad. A cambio: hace falta dominio, Cloudflare ve el tráfico descifrado, dependemos de su disponibilidad y lo avanzado es de pago.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Cuándo no conviene: API solo local, datos que no pueden pasar por terceros, sin dominio propio, o cuando la caché podría mezclar respuestas personales.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5. Fuentes: documentación oficial de Cloudflare (cómo funciona, proxy status, modos SSL) y el Learning Center sobre proxy inverso.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Resumen en una frase y turno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push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onho/Downloads/cloudflare_slides_png/slide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onho/Downloads/cloudflare_slides_png/slide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onho/Downloads/cloudflare_slides_png/slide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onho/Downloads/cloudflare_slides_png/slide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onho/Downloads/cloudflare_slides_png/slide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onho/Downloads/cloudflare_slides_png/slide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onho/Downloads/cloudflare_slides_png/slide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onho/Downloads/cloudflare_slides_png/slide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onho/Downloads/cloudflare_slides_png/slide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onho/Downloads/cloudflare_slides_png/slid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onho/Downloads/cloudflare_slides_png/slid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432</Words>
  <Application>Microsoft Office PowerPoint</Application>
  <PresentationFormat>Widescreen</PresentationFormat>
  <Paragraphs>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Cloudflare · Exposición Unidad II</dc:title>
  <dc:subject>PptxGenJS Presentation</dc:subject>
  <dc:creator>PptxGenJS</dc:creator>
  <cp:lastModifiedBy>Michelle Cámara González</cp:lastModifiedBy>
  <cp:revision>2</cp:revision>
  <dcterms:created xsi:type="dcterms:W3CDTF">2026-10-21T21:37:51Z</dcterms:created>
  <dcterms:modified xsi:type="dcterms:W3CDTF">2026-10-21T22:11:44Z</dcterms:modified>
</cp:coreProperties>
</file>